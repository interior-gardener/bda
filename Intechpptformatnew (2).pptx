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4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D2D77-E8DB-4B03-B390-ED4F704C71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18310-EFE9-4EFF-B773-CC7AEEA57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89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39184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f1b9dc9b5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cf1b9dc9b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09044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2025-26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IN" sz="2000" b="1" dirty="0">
              <a:solidFill>
                <a:srgbClr val="052358"/>
              </a:solidFill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&lt;&lt;Title of Project&gt;&gt;</a:t>
            </a:r>
            <a:endParaRPr sz="24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Student1 Name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Student2 Name 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Student 3 Name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(Second/Third/Fourth Year Engineering/</a:t>
            </a:r>
            <a:r>
              <a:rPr lang="en-IN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Mtech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IN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Ph.D)         </a:t>
            </a: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7575" y="6474373"/>
            <a:ext cx="11393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IN" sz="3100" b="1" i="0" u="none" strike="noStrike" cap="none" dirty="0">
                <a:solidFill>
                  <a:srgbClr val="C00000"/>
                </a:solidFill>
                <a:latin typeface="Times New Roman" pitchFamily="18" charset="0"/>
                <a:ea typeface="Century Gothic"/>
                <a:cs typeface="Times New Roman" pitchFamily="18" charset="0"/>
                <a:sym typeface="Century Gothic"/>
              </a:rPr>
              <a:t>Outline of Presentation</a:t>
            </a:r>
          </a:p>
          <a:p>
            <a:pPr marL="45720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IN" sz="2400" dirty="0"/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Summary / Finding of Literature Survey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System Design &amp; Architecture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Proposed Methodology( Algorithm / Flowchart </a:t>
            </a:r>
            <a:r>
              <a:rPr lang="en-IN" sz="2400" dirty="0" err="1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etc</a:t>
            </a: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)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Video &amp; Audio demonstration of Running Project(5Mins)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Results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Conclusion </a:t>
            </a:r>
          </a:p>
          <a:p>
            <a:pPr marL="457200" lvl="0" indent="-457200">
              <a:lnSpc>
                <a:spcPct val="150000"/>
              </a:lnSpc>
              <a:buSzPts val="3100"/>
              <a:buFont typeface="Wingdings" pitchFamily="2" charset="2"/>
              <a:buChar char="Ø"/>
            </a:pPr>
            <a:r>
              <a:rPr lang="en-IN" sz="24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5127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Summary / Finding of Literature Survey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5342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SzPts val="3100"/>
            </a:pPr>
            <a:r>
              <a:rPr lang="en-IN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IN" sz="3200" b="1" dirty="0">
              <a:solidFill>
                <a:srgbClr val="C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9753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System Design &amp; Architecture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628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Proposed Methodology( Algorithm / Flowchart </a:t>
            </a:r>
            <a:r>
              <a:rPr lang="en-IN" sz="2400" b="1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etc</a:t>
            </a: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1822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436943"/>
            <a:ext cx="11010000" cy="443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2K25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Video &amp; Audio demonstration of Running Project(5Mins) </a:t>
            </a:r>
          </a:p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1678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Results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76831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2K25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Conclusion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6202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r>
              <a:rPr lang="en-IN" sz="2000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3100"/>
              <a:buFont typeface="Arial"/>
              <a:buNone/>
            </a:pPr>
            <a:endParaRPr lang="en-IN"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C:\Users\Aarti Sahitya\Desktop\collegelogo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25" y="48720"/>
            <a:ext cx="7655189" cy="13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2775" y="6474373"/>
            <a:ext cx="11347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KJSIT-IET INTECH 2K26 National Level Poster cum Project Competition </a:t>
            </a:r>
          </a:p>
        </p:txBody>
      </p:sp>
      <p:sp>
        <p:nvSpPr>
          <p:cNvPr id="14" name="Google Shape;103;p1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3100"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Century Gothic"/>
              </a:rPr>
              <a:t>References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lang="en-IN" sz="2000" b="1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 pitchFamily="18" charset="0"/>
              <a:ea typeface="Century Gothic"/>
              <a:cs typeface="Times New Roman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02721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331</Words>
  <Application>Microsoft Office PowerPoint</Application>
  <PresentationFormat>Widescreen</PresentationFormat>
  <Paragraphs>315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Wingdings</vt:lpstr>
      <vt:lpstr>Calibri</vt:lpstr>
      <vt:lpstr>Arial</vt:lpstr>
      <vt:lpstr>1_Office Theme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admin</dc:creator>
  <cp:lastModifiedBy>COMP_FY_B_62_23/24_VERMA_KARTIK</cp:lastModifiedBy>
  <cp:revision>23</cp:revision>
  <cp:lastPrinted>2023-02-27T12:54:49Z</cp:lastPrinted>
  <dcterms:modified xsi:type="dcterms:W3CDTF">2026-10-04T13:29:02Z</dcterms:modified>
</cp:coreProperties>
</file>